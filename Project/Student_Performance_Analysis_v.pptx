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58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26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using 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data-analysis presentation using R visualizations, trend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interpretation, and predictive modeling.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91440"/>
            <a:ext cx="1463040" cy="14630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822960"/>
            <a:ext cx="868680" cy="86868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16352"/>
            <a:ext cx="1920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16352"/>
            <a:ext cx="64008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926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816352"/>
            <a:ext cx="1920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816352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2926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88336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16352"/>
            <a:ext cx="1920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16352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926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91456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816352"/>
            <a:ext cx="1920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816352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2926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94576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types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•  ggplot2  •  dplyr  •  tidyr  •  corrplot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9480" y="4102753"/>
            <a:ext cx="82296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224528"/>
            <a:ext cx="274320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1788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4389120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792224" y="4331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Prakash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792224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25/SCA/MCAN/074</a:t>
            </a:r>
            <a:endParaRPr lang="en-US" sz="9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943" y="4398264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705856" y="4331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Aakriti  Yadav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710718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25/SCA/MCAN/076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68BBE3"/>
          </a:solidFill>
          <a:ln w="12700">
            <a:solidFill>
              <a:srgbClr val="68B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393192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32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389888"/>
            <a:ext cx="3611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student data not properly analyzed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performance factors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time-consuming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predict grades/marks in advance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data-driven decision making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weak students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91440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8BB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914400"/>
            <a:ext cx="3931920" cy="3840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60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932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1389888"/>
            <a:ext cx="3611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student data using 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affecting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data using graphs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prediction models for grades/marks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improvement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0" y="4867221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BA283-D4DE-5CA9-1B18-ACF57EF91582}"/>
              </a:ext>
            </a:extLst>
          </p:cNvPr>
          <p:cNvSpPr txBox="1"/>
          <p:nvPr/>
        </p:nvSpPr>
        <p:spPr>
          <a:xfrm>
            <a:off x="358504" y="44604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68BBE3"/>
          </a:solidFill>
          <a:ln w="12700">
            <a:solidFill>
              <a:srgbClr val="68B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28930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3502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0698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helps understand academic progress and trends over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1945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" y="252374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5694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9848" y="230428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data includes study hours, attendance, and exam scores — all key variables.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34290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1208" y="375818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0390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9848" y="35387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reveals hidden patterns that manual review would miss.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96012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10328" y="128930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33502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58968" y="10698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is widely used for statistical data analysis and visualization.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800600" y="21945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10328" y="252374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569464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58968" y="230428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can estimate future student performance from historical data.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00600" y="34290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910328" y="3758184"/>
            <a:ext cx="457200" cy="4572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803904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58968" y="35387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support teachers and institutions in making better academic decisions.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27432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9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1" name="Text 23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64F1B9-DCF5-6F86-CF7A-5171263EDA63}"/>
              </a:ext>
            </a:extLst>
          </p:cNvPr>
          <p:cNvSpPr txBox="1"/>
          <p:nvPr/>
        </p:nvSpPr>
        <p:spPr>
          <a:xfrm>
            <a:off x="471860" y="22135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93976" y="109728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3976" y="109728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03704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76472" y="109728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76472" y="1097280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8620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58968" y="109728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58968" y="1097280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68696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types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41464" y="109728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51192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011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variables used in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331720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3774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2377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per week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2715768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614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attendance_pct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27614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099816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1455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assignment_score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60320" y="31455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assignments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3483864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52958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midterm_score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60320" y="35295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 score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3867912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136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60320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score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251960"/>
            <a:ext cx="4846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976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560320" y="42976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 (A–E)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94960" y="2011680"/>
            <a:ext cx="3337560" cy="24231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94960" y="2011680"/>
            <a:ext cx="54864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2976" y="2084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variables matter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22976" y="2395728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variables connect four important questions: Which students struggle? Which factors drive performance? How are grades distributed? Which students need early support?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structure makes it suitable for grouped summaries, trend charts, distribution plots, and relationship analysis.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5720" cy="36576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 &amp; Visualizations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03327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visualizations — scatter plots, bar charts, and more.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2024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manipulation: filtering, selecting, and summarizing efficiently.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88036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95351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reshaping messy data into tidy format for analysis.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84048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corrplot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correlation matrices to understand variable relationships.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96012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88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103327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data between wide and long formats for analysis.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92024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48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199339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reading of CSV and text files into R — more efficient than base 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88036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880360"/>
            <a:ext cx="822960" cy="84124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089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gridExtra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2953512"/>
            <a:ext cx="3154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multiple plots in a single layout for clear presentation.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87468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80054B-6552-7F42-DE0E-7B84DFB51DB4}"/>
              </a:ext>
            </a:extLst>
          </p:cNvPr>
          <p:cNvSpPr txBox="1"/>
          <p:nvPr/>
        </p:nvSpPr>
        <p:spPr>
          <a:xfrm>
            <a:off x="83457" y="4892040"/>
            <a:ext cx="45792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>
              <a:solidFill>
                <a:srgbClr val="00B0F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28AA6F-73C5-4976-6C65-65B09BE9C3B7}"/>
              </a:ext>
            </a:extLst>
          </p:cNvPr>
          <p:cNvSpPr txBox="1"/>
          <p:nvPr/>
        </p:nvSpPr>
        <p:spPr>
          <a:xfrm>
            <a:off x="411480" y="70920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Workflow in 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" y="1517904"/>
            <a:ext cx="3657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Libraries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316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for charts, dplyr for grouping, tidyr for data handling.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" y="2286000"/>
            <a:ext cx="3657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read.csv() imports the student performance CSV file into a data frame.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054096"/>
            <a:ext cx="3657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group_by(), summarise(), count(), slice_max() create chart-ready tables.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3832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" y="3822192"/>
            <a:ext cx="36576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Graphs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charts, bars, donut, histogram, scatter, and bubble charts are generated.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15137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51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4151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4389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and callouts explain hikes, drops, peaks, and relationship patterns.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1078992"/>
            <a:ext cx="361188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1078992"/>
            <a:ext cx="54864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11704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logic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48656" y="142646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trend graphs use stat_summary(fun = mean), which means R first calculates average values and then plots those averages.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2340864"/>
            <a:ext cx="3611880" cy="111556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0640" y="2340864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24323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arrows are added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48656" y="268833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make the chart easier to read by highlighting spikes, dips, median values, and positive/negative zones.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0640" y="3602736"/>
            <a:ext cx="361188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3602736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48656" y="36941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layout approach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48656" y="395020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has a clear title, one main visual idea, and short explanation so the teacher can understand it quickly.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— Bar Plot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078992"/>
            <a:ext cx="27432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78992"/>
            <a:ext cx="54864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3056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insight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63056" y="14264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is the most frequent in the dataset. The chart shows distribution across all grade categories.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40864"/>
            <a:ext cx="274320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40864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63056" y="2432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3056" y="268833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grade distribution helps identify whether the class is performing above or below average.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602736"/>
            <a:ext cx="2743200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602736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39502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variation between grades suggests that targeted intervention for D and E students is needed.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DF8B17-A175-207B-BFB7-4C0AFFF5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72" t="33938" r="66000" b="21405"/>
          <a:stretch>
            <a:fillRect/>
          </a:stretch>
        </p:blipFill>
        <p:spPr>
          <a:xfrm>
            <a:off x="411480" y="1046076"/>
            <a:ext cx="5440680" cy="3743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vs Total Marks — Line Plot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7733"/>
          <a:stretch>
            <a:fillRect/>
          </a:stretch>
        </p:blipFill>
        <p:spPr>
          <a:xfrm>
            <a:off x="411480" y="1115568"/>
            <a:ext cx="5394959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078992"/>
            <a:ext cx="27432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78992"/>
            <a:ext cx="54864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3056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63056" y="14264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how total marks increase with higher attendance. The upward trend confirms attendance matters.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40864"/>
            <a:ext cx="2743200" cy="111556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40864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63056" y="2432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3056" y="268833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attendance above 80% consistently score higher, confirming a strong positive relationship.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602736"/>
            <a:ext cx="274320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602736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reading rule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39502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line = stronger relationship. A flat line would mean attendance has no effect on marks.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vs Final Score — Scatter Plot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8562"/>
          <a:stretch>
            <a:fillRect/>
          </a:stretch>
        </p:blipFill>
        <p:spPr>
          <a:xfrm>
            <a:off x="411480" y="1115568"/>
            <a:ext cx="5394959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078992"/>
            <a:ext cx="27432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78992"/>
            <a:ext cx="54864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3056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63056" y="14264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is one student. X-axis is study hours per week; Y-axis is final score achieved.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40864"/>
            <a:ext cx="27432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40864"/>
            <a:ext cx="54864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63056" y="2432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3056" y="268833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studying 6–8 hours/week cluster near the top. Below 3 hours shows much lower final scores.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602736"/>
            <a:ext cx="274320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602736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meaning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39502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students to study at least 5 hours/week could meaningfully improve overall outcomes.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Total Marks — Histogram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7190"/>
          <a:stretch>
            <a:fillRect/>
          </a:stretch>
        </p:blipFill>
        <p:spPr>
          <a:xfrm>
            <a:off x="365760" y="1115568"/>
            <a:ext cx="544068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078992"/>
            <a:ext cx="27432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78992"/>
            <a:ext cx="54864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3056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63056" y="14264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groups total marks into ranges, showing where most observations are concentrated.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40864"/>
            <a:ext cx="2743200" cy="11155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40864"/>
            <a:ext cx="54864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63056" y="2432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3056" y="268833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bars represent the bulk of students. Tails indicate very high or very low performers.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602736"/>
            <a:ext cx="274320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602736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39502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distribution helps compare how different score ranges affect final grade outcomes.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442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Grade Distribution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7848"/>
          <a:stretch>
            <a:fillRect/>
          </a:stretch>
        </p:blipFill>
        <p:spPr>
          <a:xfrm>
            <a:off x="274320" y="1123568"/>
            <a:ext cx="4242816" cy="3622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107899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1480" y="4864608"/>
            <a:ext cx="4037149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1480" y="4773168"/>
            <a:ext cx="54864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" y="4864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9496" y="5120640"/>
            <a:ext cx="3977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4910328"/>
            <a:ext cx="4096512" cy="15544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477316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37176" y="4864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37176" y="5120640"/>
            <a:ext cx="3977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582E8F-E6F6-8C5D-4B2B-35217BB95324}"/>
              </a:ext>
            </a:extLst>
          </p:cNvPr>
          <p:cNvSpPr txBox="1"/>
          <p:nvPr/>
        </p:nvSpPr>
        <p:spPr>
          <a:xfrm>
            <a:off x="457200" y="822597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Chart: Study hours vs score, sized by attendance impact</a:t>
            </a:r>
            <a:endParaRPr lang="en-IN" sz="9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0C41B-1772-9E10-DC13-6A3DED45D307}"/>
              </a:ext>
            </a:extLst>
          </p:cNvPr>
          <p:cNvSpPr txBox="1"/>
          <p:nvPr/>
        </p:nvSpPr>
        <p:spPr>
          <a:xfrm>
            <a:off x="4764024" y="827169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Grade B dominates at ~37.8%; D and F are smallest segments.</a:t>
            </a:r>
            <a:endParaRPr lang="en-US" sz="9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45312A-F353-9635-8A6C-4552BDDD06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71" t="37108" r="65873" b="17762"/>
          <a:stretch>
            <a:fillRect/>
          </a:stretch>
        </p:blipFill>
        <p:spPr>
          <a:xfrm>
            <a:off x="4709159" y="1090006"/>
            <a:ext cx="4169665" cy="3655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594316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Comparison &amp; Correlation Heat Map</a:t>
            </a:r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7865"/>
          <a:stretch>
            <a:fillRect/>
          </a:stretch>
        </p:blipFill>
        <p:spPr>
          <a:xfrm>
            <a:off x="400886" y="1102236"/>
            <a:ext cx="4134538" cy="36800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107899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7865"/>
          <a:stretch>
            <a:fillRect/>
          </a:stretch>
        </p:blipFill>
        <p:spPr>
          <a:xfrm>
            <a:off x="4745736" y="1090142"/>
            <a:ext cx="4280726" cy="368302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1480" y="4930444"/>
            <a:ext cx="4160520" cy="135331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1480" y="4773168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" y="4864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9496" y="5120640"/>
            <a:ext cx="3977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4901184"/>
            <a:ext cx="4246154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4773168"/>
            <a:ext cx="54864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37176" y="4864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37176" y="5120640"/>
            <a:ext cx="3977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5A6BC3-D11F-7966-BB65-7BE2ACBD52AF}"/>
              </a:ext>
            </a:extLst>
          </p:cNvPr>
          <p:cNvSpPr txBox="1"/>
          <p:nvPr/>
        </p:nvSpPr>
        <p:spPr>
          <a:xfrm>
            <a:off x="400886" y="754487"/>
            <a:ext cx="40339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(Box Plot: Assignments score has highest spread; attendance shows consistent middle range).</a:t>
            </a:r>
            <a:endParaRPr lang="en-US" sz="900" b="1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9C7D0-C327-485E-8780-79094629462F}"/>
              </a:ext>
            </a:extLst>
          </p:cNvPr>
          <p:cNvSpPr txBox="1"/>
          <p:nvPr/>
        </p:nvSpPr>
        <p:spPr>
          <a:xfrm>
            <a:off x="4709160" y="797534"/>
            <a:ext cx="4579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(Heat Map: Study hours and final score show strongest positive correlation in the matrix)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51760" cy="1554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887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Attendance is 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" y="148132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&gt;80% attendance score significantly higher on average across all exam categories.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651760" cy="155448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115568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887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Study hours drive grades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hours per week strongly correlates with final score — especially above 5 hrs/week.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1115568"/>
            <a:ext cx="265176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1115568"/>
            <a:ext cx="54864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887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Grade A is achievable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48132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of students achieved Grade A, showing the curriculum and grading are appropriately balanced.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64792" y="2816352"/>
            <a:ext cx="2651760" cy="155448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64792" y="2816352"/>
            <a:ext cx="54864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28895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Skill gap drives risk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92808" y="318211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low assignments and midterm scores show the largest risk of failing the final exam.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81144" y="2816352"/>
            <a:ext cx="2651760" cy="1554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2816352"/>
            <a:ext cx="54864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895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Best response: early 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18211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students falling behind (weeks 3–5) enables targeted tutoring interventions.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4988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1086"/>
            <a:ext cx="64008" cy="372146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4712" y="1005840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analysis effectively reveals performance trends across subjects.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66544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4712" y="1975104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language proved highly effective for academic data analysis and visualization.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35808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294436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— study hours and attendance — have a measurable impact on results.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005072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4712" y="3913632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tools make complex data easy to interpret for educators.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932688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097280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13832" y="1005840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models successfully forecast student performance from historical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901952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066544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975104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supports proactive academic intervention.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4160520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3D5A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035808"/>
            <a:ext cx="512064" cy="512064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94436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enable better, evidence-based academic decision-making.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514" y="4841748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9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9A172E-AC9A-ABE6-1E3A-64BB1C84A153}"/>
              </a:ext>
            </a:extLst>
          </p:cNvPr>
          <p:cNvSpPr txBox="1"/>
          <p:nvPr/>
        </p:nvSpPr>
        <p:spPr>
          <a:xfrm>
            <a:off x="411480" y="79774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768096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15568"/>
            <a:ext cx="64008" cy="9601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0700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dataset used for analysis. Variables include study hours, attendance, assignment score, midterm, final, and grade.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231136"/>
            <a:ext cx="768096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31136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225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Libraries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615184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for charts, dplyr for data grouping and summaries, tidyr for data preparation, corrplot for correlation analysis.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346704"/>
            <a:ext cx="7680960" cy="96012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46704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3814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Types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line chart, scatter plot, histogram, bubble chart, donut chart, box plot, and heat map were used to explain patterns.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1480" y="4919472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2024–2025  •  Analysis in 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1393</Words>
  <Application>Microsoft Office PowerPoint</Application>
  <PresentationFormat>On-screen Show (16:9)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 &amp; Prediction</dc:title>
  <dc:subject>PptxGenJS Presentation</dc:subject>
  <dc:creator>PptxGenJS</dc:creator>
  <cp:lastModifiedBy>shreyaprakashgdg@gmail.com</cp:lastModifiedBy>
  <cp:revision>6</cp:revision>
  <dcterms:created xsi:type="dcterms:W3CDTF">2026-04-25T18:46:25Z</dcterms:created>
  <dcterms:modified xsi:type="dcterms:W3CDTF">2026-04-26T13:27:05Z</dcterms:modified>
</cp:coreProperties>
</file>